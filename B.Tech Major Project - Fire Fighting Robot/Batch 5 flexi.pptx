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3.jpg" ContentType="image/jpg"/>
  <Override PartName="/ppt/media/image5.jpg" ContentType="image/jpg"/>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B803A6-1BCB-4247-945C-0DF4660D5C82}" v="4" dt="2024-05-23T14:17:29.9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A874A6-716E-4EDC-94D3-E13B71F775A7}" type="datetimeFigureOut">
              <a:rPr lang="en-IN" smtClean="0"/>
              <a:t>25-05-2024</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CAD94F-BEFE-412C-AA71-E46990A2CBDE}" type="slidenum">
              <a:rPr lang="en-IN" smtClean="0"/>
              <a:t>‹#›</a:t>
            </a:fld>
            <a:endParaRPr lang="en-IN" dirty="0"/>
          </a:p>
        </p:txBody>
      </p:sp>
    </p:spTree>
    <p:extLst>
      <p:ext uri="{BB962C8B-B14F-4D97-AF65-F5344CB8AC3E}">
        <p14:creationId xmlns:p14="http://schemas.microsoft.com/office/powerpoint/2010/main" val="1997206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1CAD94F-BEFE-412C-AA71-E46990A2CBDE}" type="slidenum">
              <a:rPr lang="en-IN" smtClean="0"/>
              <a:t>1</a:t>
            </a:fld>
            <a:endParaRPr lang="en-IN" dirty="0"/>
          </a:p>
        </p:txBody>
      </p:sp>
    </p:spTree>
    <p:extLst>
      <p:ext uri="{BB962C8B-B14F-4D97-AF65-F5344CB8AC3E}">
        <p14:creationId xmlns:p14="http://schemas.microsoft.com/office/powerpoint/2010/main" val="2310438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23FA5-9C43-E3EF-CABC-0F9C3F0898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41F8E88-17F9-B201-8A8C-3DFAA71BC3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4348FA0-8D35-10F8-76DB-C3BD84D1DBA7}"/>
              </a:ext>
            </a:extLst>
          </p:cNvPr>
          <p:cNvSpPr>
            <a:spLocks noGrp="1"/>
          </p:cNvSpPr>
          <p:nvPr>
            <p:ph type="dt" sz="half" idx="10"/>
          </p:nvPr>
        </p:nvSpPr>
        <p:spPr/>
        <p:txBody>
          <a:bodyPr/>
          <a:lstStyle/>
          <a:p>
            <a:fld id="{8218FB1D-6BDE-4A16-ABEE-F6D54299BC5E}" type="datetimeFigureOut">
              <a:rPr lang="en-IN" smtClean="0"/>
              <a:t>25-05-2024</a:t>
            </a:fld>
            <a:endParaRPr lang="en-IN" dirty="0"/>
          </a:p>
        </p:txBody>
      </p:sp>
      <p:sp>
        <p:nvSpPr>
          <p:cNvPr id="5" name="Footer Placeholder 4">
            <a:extLst>
              <a:ext uri="{FF2B5EF4-FFF2-40B4-BE49-F238E27FC236}">
                <a16:creationId xmlns:a16="http://schemas.microsoft.com/office/drawing/2014/main" id="{86D0D40B-242F-DBF1-5A34-52E0F06DA8B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209C7D5-A40F-5181-86E8-10A92EF797CE}"/>
              </a:ext>
            </a:extLst>
          </p:cNvPr>
          <p:cNvSpPr>
            <a:spLocks noGrp="1"/>
          </p:cNvSpPr>
          <p:nvPr>
            <p:ph type="sldNum" sz="quarter" idx="12"/>
          </p:nvPr>
        </p:nvSpPr>
        <p:spPr/>
        <p:txBody>
          <a:bodyPr/>
          <a:lstStyle/>
          <a:p>
            <a:fld id="{8611C96B-2579-44C4-BBA0-3A808B129CB7}" type="slidenum">
              <a:rPr lang="en-IN" smtClean="0"/>
              <a:t>‹#›</a:t>
            </a:fld>
            <a:endParaRPr lang="en-IN" dirty="0"/>
          </a:p>
        </p:txBody>
      </p:sp>
    </p:spTree>
    <p:extLst>
      <p:ext uri="{BB962C8B-B14F-4D97-AF65-F5344CB8AC3E}">
        <p14:creationId xmlns:p14="http://schemas.microsoft.com/office/powerpoint/2010/main" val="2670620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05327-2892-9498-D09C-306285215A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10C4CC5-58A0-3D1B-A833-91DD9E0C01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736B36-9AF0-FDEF-50B8-63903E8007A3}"/>
              </a:ext>
            </a:extLst>
          </p:cNvPr>
          <p:cNvSpPr>
            <a:spLocks noGrp="1"/>
          </p:cNvSpPr>
          <p:nvPr>
            <p:ph type="dt" sz="half" idx="10"/>
          </p:nvPr>
        </p:nvSpPr>
        <p:spPr/>
        <p:txBody>
          <a:bodyPr/>
          <a:lstStyle/>
          <a:p>
            <a:fld id="{8218FB1D-6BDE-4A16-ABEE-F6D54299BC5E}" type="datetimeFigureOut">
              <a:rPr lang="en-IN" smtClean="0"/>
              <a:t>25-05-2024</a:t>
            </a:fld>
            <a:endParaRPr lang="en-IN" dirty="0"/>
          </a:p>
        </p:txBody>
      </p:sp>
      <p:sp>
        <p:nvSpPr>
          <p:cNvPr id="5" name="Footer Placeholder 4">
            <a:extLst>
              <a:ext uri="{FF2B5EF4-FFF2-40B4-BE49-F238E27FC236}">
                <a16:creationId xmlns:a16="http://schemas.microsoft.com/office/drawing/2014/main" id="{AB7C3BF1-0A04-14DE-E8B5-89E93FE0B49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514B007-B1EE-75F2-07C4-CA39D728E74D}"/>
              </a:ext>
            </a:extLst>
          </p:cNvPr>
          <p:cNvSpPr>
            <a:spLocks noGrp="1"/>
          </p:cNvSpPr>
          <p:nvPr>
            <p:ph type="sldNum" sz="quarter" idx="12"/>
          </p:nvPr>
        </p:nvSpPr>
        <p:spPr/>
        <p:txBody>
          <a:bodyPr/>
          <a:lstStyle/>
          <a:p>
            <a:fld id="{8611C96B-2579-44C4-BBA0-3A808B129CB7}" type="slidenum">
              <a:rPr lang="en-IN" smtClean="0"/>
              <a:t>‹#›</a:t>
            </a:fld>
            <a:endParaRPr lang="en-IN" dirty="0"/>
          </a:p>
        </p:txBody>
      </p:sp>
    </p:spTree>
    <p:extLst>
      <p:ext uri="{BB962C8B-B14F-4D97-AF65-F5344CB8AC3E}">
        <p14:creationId xmlns:p14="http://schemas.microsoft.com/office/powerpoint/2010/main" val="586735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ABCA4-F49E-DD6E-BD61-7E6E7F5436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EF46897-1A1C-93A5-0F4A-DA079C62DE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01351F-EAA5-D8E5-50A2-E9D0CDFDB614}"/>
              </a:ext>
            </a:extLst>
          </p:cNvPr>
          <p:cNvSpPr>
            <a:spLocks noGrp="1"/>
          </p:cNvSpPr>
          <p:nvPr>
            <p:ph type="dt" sz="half" idx="10"/>
          </p:nvPr>
        </p:nvSpPr>
        <p:spPr/>
        <p:txBody>
          <a:bodyPr/>
          <a:lstStyle/>
          <a:p>
            <a:fld id="{8218FB1D-6BDE-4A16-ABEE-F6D54299BC5E}" type="datetimeFigureOut">
              <a:rPr lang="en-IN" smtClean="0"/>
              <a:t>25-05-2024</a:t>
            </a:fld>
            <a:endParaRPr lang="en-IN" dirty="0"/>
          </a:p>
        </p:txBody>
      </p:sp>
      <p:sp>
        <p:nvSpPr>
          <p:cNvPr id="5" name="Footer Placeholder 4">
            <a:extLst>
              <a:ext uri="{FF2B5EF4-FFF2-40B4-BE49-F238E27FC236}">
                <a16:creationId xmlns:a16="http://schemas.microsoft.com/office/drawing/2014/main" id="{09B1D570-C228-19C8-103B-D0C76515C1F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C7F2358-4F61-9AAE-5355-452C23038984}"/>
              </a:ext>
            </a:extLst>
          </p:cNvPr>
          <p:cNvSpPr>
            <a:spLocks noGrp="1"/>
          </p:cNvSpPr>
          <p:nvPr>
            <p:ph type="sldNum" sz="quarter" idx="12"/>
          </p:nvPr>
        </p:nvSpPr>
        <p:spPr/>
        <p:txBody>
          <a:bodyPr/>
          <a:lstStyle/>
          <a:p>
            <a:fld id="{8611C96B-2579-44C4-BBA0-3A808B129CB7}" type="slidenum">
              <a:rPr lang="en-IN" smtClean="0"/>
              <a:t>‹#›</a:t>
            </a:fld>
            <a:endParaRPr lang="en-IN" dirty="0"/>
          </a:p>
        </p:txBody>
      </p:sp>
    </p:spTree>
    <p:extLst>
      <p:ext uri="{BB962C8B-B14F-4D97-AF65-F5344CB8AC3E}">
        <p14:creationId xmlns:p14="http://schemas.microsoft.com/office/powerpoint/2010/main" val="2539970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4C3B9-3C6D-F470-19E0-F7010DA216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C04A7B-ECC6-3C1A-20E0-DDD37BCCF7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BB93567-04D7-F7BC-D79E-380A937EF1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CF99B9A-1FC6-4B20-8BB3-E607E39D6C66}"/>
              </a:ext>
            </a:extLst>
          </p:cNvPr>
          <p:cNvSpPr>
            <a:spLocks noGrp="1"/>
          </p:cNvSpPr>
          <p:nvPr>
            <p:ph type="dt" sz="half" idx="10"/>
          </p:nvPr>
        </p:nvSpPr>
        <p:spPr/>
        <p:txBody>
          <a:bodyPr/>
          <a:lstStyle/>
          <a:p>
            <a:fld id="{8218FB1D-6BDE-4A16-ABEE-F6D54299BC5E}" type="datetimeFigureOut">
              <a:rPr lang="en-IN" smtClean="0"/>
              <a:t>25-05-2024</a:t>
            </a:fld>
            <a:endParaRPr lang="en-IN" dirty="0"/>
          </a:p>
        </p:txBody>
      </p:sp>
      <p:sp>
        <p:nvSpPr>
          <p:cNvPr id="6" name="Footer Placeholder 5">
            <a:extLst>
              <a:ext uri="{FF2B5EF4-FFF2-40B4-BE49-F238E27FC236}">
                <a16:creationId xmlns:a16="http://schemas.microsoft.com/office/drawing/2014/main" id="{FB8A7CCA-4C2C-8CA6-6674-B92AA7F84062}"/>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AD24BBD5-88C7-1221-913B-A8D24FF826F1}"/>
              </a:ext>
            </a:extLst>
          </p:cNvPr>
          <p:cNvSpPr>
            <a:spLocks noGrp="1"/>
          </p:cNvSpPr>
          <p:nvPr>
            <p:ph type="sldNum" sz="quarter" idx="12"/>
          </p:nvPr>
        </p:nvSpPr>
        <p:spPr/>
        <p:txBody>
          <a:bodyPr/>
          <a:lstStyle/>
          <a:p>
            <a:fld id="{8611C96B-2579-44C4-BBA0-3A808B129CB7}" type="slidenum">
              <a:rPr lang="en-IN" smtClean="0"/>
              <a:t>‹#›</a:t>
            </a:fld>
            <a:endParaRPr lang="en-IN" dirty="0"/>
          </a:p>
        </p:txBody>
      </p:sp>
    </p:spTree>
    <p:extLst>
      <p:ext uri="{BB962C8B-B14F-4D97-AF65-F5344CB8AC3E}">
        <p14:creationId xmlns:p14="http://schemas.microsoft.com/office/powerpoint/2010/main" val="2250477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8B0DF-32E1-6728-B773-5FD8E11BCDD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D7669C-C1BE-D40A-A663-AE7C180222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8ED2DA-23E0-E24F-2848-2519CB2A20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5E5397A-1DD8-F276-00AE-96297430CB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5942CF-E6E7-37AF-FC8E-FBA9F0CE59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005D2FD-3636-0420-892B-D2B4902C23F8}"/>
              </a:ext>
            </a:extLst>
          </p:cNvPr>
          <p:cNvSpPr>
            <a:spLocks noGrp="1"/>
          </p:cNvSpPr>
          <p:nvPr>
            <p:ph type="dt" sz="half" idx="10"/>
          </p:nvPr>
        </p:nvSpPr>
        <p:spPr/>
        <p:txBody>
          <a:bodyPr/>
          <a:lstStyle/>
          <a:p>
            <a:fld id="{8218FB1D-6BDE-4A16-ABEE-F6D54299BC5E}" type="datetimeFigureOut">
              <a:rPr lang="en-IN" smtClean="0"/>
              <a:t>25-05-2024</a:t>
            </a:fld>
            <a:endParaRPr lang="en-IN" dirty="0"/>
          </a:p>
        </p:txBody>
      </p:sp>
      <p:sp>
        <p:nvSpPr>
          <p:cNvPr id="8" name="Footer Placeholder 7">
            <a:extLst>
              <a:ext uri="{FF2B5EF4-FFF2-40B4-BE49-F238E27FC236}">
                <a16:creationId xmlns:a16="http://schemas.microsoft.com/office/drawing/2014/main" id="{2A3FDAF7-876A-E44F-2FBC-3CF7517DA07E}"/>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85E15542-7A46-610C-CE3E-519273296F79}"/>
              </a:ext>
            </a:extLst>
          </p:cNvPr>
          <p:cNvSpPr>
            <a:spLocks noGrp="1"/>
          </p:cNvSpPr>
          <p:nvPr>
            <p:ph type="sldNum" sz="quarter" idx="12"/>
          </p:nvPr>
        </p:nvSpPr>
        <p:spPr/>
        <p:txBody>
          <a:bodyPr/>
          <a:lstStyle/>
          <a:p>
            <a:fld id="{8611C96B-2579-44C4-BBA0-3A808B129CB7}" type="slidenum">
              <a:rPr lang="en-IN" smtClean="0"/>
              <a:t>‹#›</a:t>
            </a:fld>
            <a:endParaRPr lang="en-IN" dirty="0"/>
          </a:p>
        </p:txBody>
      </p:sp>
    </p:spTree>
    <p:extLst>
      <p:ext uri="{BB962C8B-B14F-4D97-AF65-F5344CB8AC3E}">
        <p14:creationId xmlns:p14="http://schemas.microsoft.com/office/powerpoint/2010/main" val="4189160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3774E-74A4-9D1F-A9B3-D6D6D0609F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DE69F8-AC4A-74BB-2F68-866407F25EAE}"/>
              </a:ext>
            </a:extLst>
          </p:cNvPr>
          <p:cNvSpPr>
            <a:spLocks noGrp="1"/>
          </p:cNvSpPr>
          <p:nvPr>
            <p:ph type="dt" sz="half" idx="10"/>
          </p:nvPr>
        </p:nvSpPr>
        <p:spPr/>
        <p:txBody>
          <a:bodyPr/>
          <a:lstStyle/>
          <a:p>
            <a:fld id="{8218FB1D-6BDE-4A16-ABEE-F6D54299BC5E}" type="datetimeFigureOut">
              <a:rPr lang="en-IN" smtClean="0"/>
              <a:t>25-05-2024</a:t>
            </a:fld>
            <a:endParaRPr lang="en-IN" dirty="0"/>
          </a:p>
        </p:txBody>
      </p:sp>
      <p:sp>
        <p:nvSpPr>
          <p:cNvPr id="4" name="Footer Placeholder 3">
            <a:extLst>
              <a:ext uri="{FF2B5EF4-FFF2-40B4-BE49-F238E27FC236}">
                <a16:creationId xmlns:a16="http://schemas.microsoft.com/office/drawing/2014/main" id="{761D833E-8522-8D12-E1B7-0CB406B94013}"/>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DD3781D3-CA60-9F79-45B6-94C239303401}"/>
              </a:ext>
            </a:extLst>
          </p:cNvPr>
          <p:cNvSpPr>
            <a:spLocks noGrp="1"/>
          </p:cNvSpPr>
          <p:nvPr>
            <p:ph type="sldNum" sz="quarter" idx="12"/>
          </p:nvPr>
        </p:nvSpPr>
        <p:spPr/>
        <p:txBody>
          <a:bodyPr/>
          <a:lstStyle/>
          <a:p>
            <a:fld id="{8611C96B-2579-44C4-BBA0-3A808B129CB7}" type="slidenum">
              <a:rPr lang="en-IN" smtClean="0"/>
              <a:t>‹#›</a:t>
            </a:fld>
            <a:endParaRPr lang="en-IN" dirty="0"/>
          </a:p>
        </p:txBody>
      </p:sp>
    </p:spTree>
    <p:extLst>
      <p:ext uri="{BB962C8B-B14F-4D97-AF65-F5344CB8AC3E}">
        <p14:creationId xmlns:p14="http://schemas.microsoft.com/office/powerpoint/2010/main" val="3722846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6BBB17-1D63-3772-6C95-62603F7A24E5}"/>
              </a:ext>
            </a:extLst>
          </p:cNvPr>
          <p:cNvSpPr>
            <a:spLocks noGrp="1"/>
          </p:cNvSpPr>
          <p:nvPr>
            <p:ph type="dt" sz="half" idx="10"/>
          </p:nvPr>
        </p:nvSpPr>
        <p:spPr/>
        <p:txBody>
          <a:bodyPr/>
          <a:lstStyle/>
          <a:p>
            <a:fld id="{8218FB1D-6BDE-4A16-ABEE-F6D54299BC5E}" type="datetimeFigureOut">
              <a:rPr lang="en-IN" smtClean="0"/>
              <a:t>25-05-2024</a:t>
            </a:fld>
            <a:endParaRPr lang="en-IN" dirty="0"/>
          </a:p>
        </p:txBody>
      </p:sp>
      <p:sp>
        <p:nvSpPr>
          <p:cNvPr id="3" name="Footer Placeholder 2">
            <a:extLst>
              <a:ext uri="{FF2B5EF4-FFF2-40B4-BE49-F238E27FC236}">
                <a16:creationId xmlns:a16="http://schemas.microsoft.com/office/drawing/2014/main" id="{D6956FBD-7408-DDAD-4284-D8BFF881F7B2}"/>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E94D57CC-ACD3-2EFA-66E5-68BF87B0A251}"/>
              </a:ext>
            </a:extLst>
          </p:cNvPr>
          <p:cNvSpPr>
            <a:spLocks noGrp="1"/>
          </p:cNvSpPr>
          <p:nvPr>
            <p:ph type="sldNum" sz="quarter" idx="12"/>
          </p:nvPr>
        </p:nvSpPr>
        <p:spPr/>
        <p:txBody>
          <a:bodyPr/>
          <a:lstStyle/>
          <a:p>
            <a:fld id="{8611C96B-2579-44C4-BBA0-3A808B129CB7}" type="slidenum">
              <a:rPr lang="en-IN" smtClean="0"/>
              <a:t>‹#›</a:t>
            </a:fld>
            <a:endParaRPr lang="en-IN" dirty="0"/>
          </a:p>
        </p:txBody>
      </p:sp>
    </p:spTree>
    <p:extLst>
      <p:ext uri="{BB962C8B-B14F-4D97-AF65-F5344CB8AC3E}">
        <p14:creationId xmlns:p14="http://schemas.microsoft.com/office/powerpoint/2010/main" val="4262679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4BEF5-DBAE-0774-2ADD-B7EEBE50CF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37522AE-170E-FDE4-AD0D-F58E1A4D02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FA2C16C-0B12-74C4-41D0-2A480DB5D9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451033-8A6A-DA9B-2666-15501BFC4677}"/>
              </a:ext>
            </a:extLst>
          </p:cNvPr>
          <p:cNvSpPr>
            <a:spLocks noGrp="1"/>
          </p:cNvSpPr>
          <p:nvPr>
            <p:ph type="dt" sz="half" idx="10"/>
          </p:nvPr>
        </p:nvSpPr>
        <p:spPr/>
        <p:txBody>
          <a:bodyPr/>
          <a:lstStyle/>
          <a:p>
            <a:fld id="{8218FB1D-6BDE-4A16-ABEE-F6D54299BC5E}" type="datetimeFigureOut">
              <a:rPr lang="en-IN" smtClean="0"/>
              <a:t>25-05-2024</a:t>
            </a:fld>
            <a:endParaRPr lang="en-IN" dirty="0"/>
          </a:p>
        </p:txBody>
      </p:sp>
      <p:sp>
        <p:nvSpPr>
          <p:cNvPr id="6" name="Footer Placeholder 5">
            <a:extLst>
              <a:ext uri="{FF2B5EF4-FFF2-40B4-BE49-F238E27FC236}">
                <a16:creationId xmlns:a16="http://schemas.microsoft.com/office/drawing/2014/main" id="{60829187-92A5-71AE-99ED-2B2A950D098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E2F988E7-CDAF-CD18-FD70-B625C0FE0406}"/>
              </a:ext>
            </a:extLst>
          </p:cNvPr>
          <p:cNvSpPr>
            <a:spLocks noGrp="1"/>
          </p:cNvSpPr>
          <p:nvPr>
            <p:ph type="sldNum" sz="quarter" idx="12"/>
          </p:nvPr>
        </p:nvSpPr>
        <p:spPr/>
        <p:txBody>
          <a:bodyPr/>
          <a:lstStyle/>
          <a:p>
            <a:fld id="{8611C96B-2579-44C4-BBA0-3A808B129CB7}" type="slidenum">
              <a:rPr lang="en-IN" smtClean="0"/>
              <a:t>‹#›</a:t>
            </a:fld>
            <a:endParaRPr lang="en-IN" dirty="0"/>
          </a:p>
        </p:txBody>
      </p:sp>
    </p:spTree>
    <p:extLst>
      <p:ext uri="{BB962C8B-B14F-4D97-AF65-F5344CB8AC3E}">
        <p14:creationId xmlns:p14="http://schemas.microsoft.com/office/powerpoint/2010/main" val="2334535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3214F-531D-AE3A-DF90-B4B3262627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C00F0F-AD0A-779F-BD57-EE96602A01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EF2F469E-DFAC-9234-858F-581C9E7830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6D4F9F-F701-E381-7E94-10E06A6118B3}"/>
              </a:ext>
            </a:extLst>
          </p:cNvPr>
          <p:cNvSpPr>
            <a:spLocks noGrp="1"/>
          </p:cNvSpPr>
          <p:nvPr>
            <p:ph type="dt" sz="half" idx="10"/>
          </p:nvPr>
        </p:nvSpPr>
        <p:spPr/>
        <p:txBody>
          <a:bodyPr/>
          <a:lstStyle/>
          <a:p>
            <a:fld id="{8218FB1D-6BDE-4A16-ABEE-F6D54299BC5E}" type="datetimeFigureOut">
              <a:rPr lang="en-IN" smtClean="0"/>
              <a:t>25-05-2024</a:t>
            </a:fld>
            <a:endParaRPr lang="en-IN" dirty="0"/>
          </a:p>
        </p:txBody>
      </p:sp>
      <p:sp>
        <p:nvSpPr>
          <p:cNvPr id="6" name="Footer Placeholder 5">
            <a:extLst>
              <a:ext uri="{FF2B5EF4-FFF2-40B4-BE49-F238E27FC236}">
                <a16:creationId xmlns:a16="http://schemas.microsoft.com/office/drawing/2014/main" id="{039519B4-B4DE-060C-6724-E68E4D52749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9D6C125F-77C0-3862-5022-0D16CFADE016}"/>
              </a:ext>
            </a:extLst>
          </p:cNvPr>
          <p:cNvSpPr>
            <a:spLocks noGrp="1"/>
          </p:cNvSpPr>
          <p:nvPr>
            <p:ph type="sldNum" sz="quarter" idx="12"/>
          </p:nvPr>
        </p:nvSpPr>
        <p:spPr/>
        <p:txBody>
          <a:bodyPr/>
          <a:lstStyle/>
          <a:p>
            <a:fld id="{8611C96B-2579-44C4-BBA0-3A808B129CB7}" type="slidenum">
              <a:rPr lang="en-IN" smtClean="0"/>
              <a:t>‹#›</a:t>
            </a:fld>
            <a:endParaRPr lang="en-IN" dirty="0"/>
          </a:p>
        </p:txBody>
      </p:sp>
    </p:spTree>
    <p:extLst>
      <p:ext uri="{BB962C8B-B14F-4D97-AF65-F5344CB8AC3E}">
        <p14:creationId xmlns:p14="http://schemas.microsoft.com/office/powerpoint/2010/main" val="877285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30EF6-7C35-0830-6493-D1EA48EC945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F3E1B1-D591-355F-FA78-D5685355AE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AE2724-679C-B614-AA39-FA450AEF37B8}"/>
              </a:ext>
            </a:extLst>
          </p:cNvPr>
          <p:cNvSpPr>
            <a:spLocks noGrp="1"/>
          </p:cNvSpPr>
          <p:nvPr>
            <p:ph type="dt" sz="half" idx="10"/>
          </p:nvPr>
        </p:nvSpPr>
        <p:spPr/>
        <p:txBody>
          <a:bodyPr/>
          <a:lstStyle/>
          <a:p>
            <a:fld id="{8218FB1D-6BDE-4A16-ABEE-F6D54299BC5E}" type="datetimeFigureOut">
              <a:rPr lang="en-IN" smtClean="0"/>
              <a:t>25-05-2024</a:t>
            </a:fld>
            <a:endParaRPr lang="en-IN" dirty="0"/>
          </a:p>
        </p:txBody>
      </p:sp>
      <p:sp>
        <p:nvSpPr>
          <p:cNvPr id="5" name="Footer Placeholder 4">
            <a:extLst>
              <a:ext uri="{FF2B5EF4-FFF2-40B4-BE49-F238E27FC236}">
                <a16:creationId xmlns:a16="http://schemas.microsoft.com/office/drawing/2014/main" id="{586C1A5B-1B28-3E0C-4C64-54D46DFA120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A7DC4F8-4D97-F954-D301-E24574B6AB01}"/>
              </a:ext>
            </a:extLst>
          </p:cNvPr>
          <p:cNvSpPr>
            <a:spLocks noGrp="1"/>
          </p:cNvSpPr>
          <p:nvPr>
            <p:ph type="sldNum" sz="quarter" idx="12"/>
          </p:nvPr>
        </p:nvSpPr>
        <p:spPr/>
        <p:txBody>
          <a:bodyPr/>
          <a:lstStyle/>
          <a:p>
            <a:fld id="{8611C96B-2579-44C4-BBA0-3A808B129CB7}" type="slidenum">
              <a:rPr lang="en-IN" smtClean="0"/>
              <a:t>‹#›</a:t>
            </a:fld>
            <a:endParaRPr lang="en-IN" dirty="0"/>
          </a:p>
        </p:txBody>
      </p:sp>
    </p:spTree>
    <p:extLst>
      <p:ext uri="{BB962C8B-B14F-4D97-AF65-F5344CB8AC3E}">
        <p14:creationId xmlns:p14="http://schemas.microsoft.com/office/powerpoint/2010/main" val="1955468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9D9611-FA65-19EE-AEA6-76FBF8E9CBA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13F7EA-ABDC-424D-33B3-708785FC9C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96E847-AE9E-5318-294B-971A12A9EF87}"/>
              </a:ext>
            </a:extLst>
          </p:cNvPr>
          <p:cNvSpPr>
            <a:spLocks noGrp="1"/>
          </p:cNvSpPr>
          <p:nvPr>
            <p:ph type="dt" sz="half" idx="10"/>
          </p:nvPr>
        </p:nvSpPr>
        <p:spPr/>
        <p:txBody>
          <a:bodyPr/>
          <a:lstStyle/>
          <a:p>
            <a:fld id="{8218FB1D-6BDE-4A16-ABEE-F6D54299BC5E}" type="datetimeFigureOut">
              <a:rPr lang="en-IN" smtClean="0"/>
              <a:t>25-05-2024</a:t>
            </a:fld>
            <a:endParaRPr lang="en-IN" dirty="0"/>
          </a:p>
        </p:txBody>
      </p:sp>
      <p:sp>
        <p:nvSpPr>
          <p:cNvPr id="5" name="Footer Placeholder 4">
            <a:extLst>
              <a:ext uri="{FF2B5EF4-FFF2-40B4-BE49-F238E27FC236}">
                <a16:creationId xmlns:a16="http://schemas.microsoft.com/office/drawing/2014/main" id="{C3E0AFDE-A84F-F49E-DBE0-892E6EDABD5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BFEF364-0A90-EAE7-B1A7-23CD75165645}"/>
              </a:ext>
            </a:extLst>
          </p:cNvPr>
          <p:cNvSpPr>
            <a:spLocks noGrp="1"/>
          </p:cNvSpPr>
          <p:nvPr>
            <p:ph type="sldNum" sz="quarter" idx="12"/>
          </p:nvPr>
        </p:nvSpPr>
        <p:spPr/>
        <p:txBody>
          <a:bodyPr/>
          <a:lstStyle/>
          <a:p>
            <a:fld id="{8611C96B-2579-44C4-BBA0-3A808B129CB7}" type="slidenum">
              <a:rPr lang="en-IN" smtClean="0"/>
              <a:t>‹#›</a:t>
            </a:fld>
            <a:endParaRPr lang="en-IN" dirty="0"/>
          </a:p>
        </p:txBody>
      </p:sp>
    </p:spTree>
    <p:extLst>
      <p:ext uri="{BB962C8B-B14F-4D97-AF65-F5344CB8AC3E}">
        <p14:creationId xmlns:p14="http://schemas.microsoft.com/office/powerpoint/2010/main" val="1792189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039622-04C5-513E-46B1-E0A6B894B5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C68457-DE8B-A82B-9741-FD90A80F35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AD803A-DA98-D28A-2130-A1AF32E6B6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18FB1D-6BDE-4A16-ABEE-F6D54299BC5E}" type="datetimeFigureOut">
              <a:rPr lang="en-IN" smtClean="0"/>
              <a:t>25-05-2024</a:t>
            </a:fld>
            <a:endParaRPr lang="en-IN" dirty="0"/>
          </a:p>
        </p:txBody>
      </p:sp>
      <p:sp>
        <p:nvSpPr>
          <p:cNvPr id="5" name="Footer Placeholder 4">
            <a:extLst>
              <a:ext uri="{FF2B5EF4-FFF2-40B4-BE49-F238E27FC236}">
                <a16:creationId xmlns:a16="http://schemas.microsoft.com/office/drawing/2014/main" id="{5583A1C0-0F6A-3315-CE3A-DB807FF2A3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DB780AA3-C7D2-77A2-D5BA-BD405B820D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11C96B-2579-44C4-BBA0-3A808B129CB7}" type="slidenum">
              <a:rPr lang="en-IN" smtClean="0"/>
              <a:t>‹#›</a:t>
            </a:fld>
            <a:endParaRPr lang="en-IN" dirty="0"/>
          </a:p>
        </p:txBody>
      </p:sp>
    </p:spTree>
    <p:extLst>
      <p:ext uri="{BB962C8B-B14F-4D97-AF65-F5344CB8AC3E}">
        <p14:creationId xmlns:p14="http://schemas.microsoft.com/office/powerpoint/2010/main" val="37147354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D50DCA-4B70-66D2-4C14-CAADCC3C42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7697"/>
            <a:ext cx="12192000" cy="1578633"/>
          </a:xfrm>
          <a:prstGeom prst="rect">
            <a:avLst/>
          </a:prstGeom>
        </p:spPr>
      </p:pic>
      <p:sp>
        <p:nvSpPr>
          <p:cNvPr id="5" name="TextBox 4">
            <a:extLst>
              <a:ext uri="{FF2B5EF4-FFF2-40B4-BE49-F238E27FC236}">
                <a16:creationId xmlns:a16="http://schemas.microsoft.com/office/drawing/2014/main" id="{0B64DE63-31EB-D24E-20DD-ABCA709BF672}"/>
              </a:ext>
            </a:extLst>
          </p:cNvPr>
          <p:cNvSpPr txBox="1"/>
          <p:nvPr/>
        </p:nvSpPr>
        <p:spPr>
          <a:xfrm>
            <a:off x="-11195" y="1436379"/>
            <a:ext cx="12214389" cy="707886"/>
          </a:xfrm>
          <a:prstGeom prst="rect">
            <a:avLst/>
          </a:prstGeom>
          <a:solidFill>
            <a:schemeClr val="tx1">
              <a:lumMod val="95000"/>
              <a:lumOff val="5000"/>
            </a:schemeClr>
          </a:solidFill>
        </p:spPr>
        <p:txBody>
          <a:bodyPr wrap="square" rtlCol="0">
            <a:spAutoFit/>
          </a:bodyPr>
          <a:lstStyle/>
          <a:p>
            <a:pPr algn="ctr"/>
            <a:r>
              <a:rPr lang="en-US" sz="2000" b="1" dirty="0">
                <a:solidFill>
                  <a:srgbClr val="FF0000"/>
                </a:solidFill>
                <a:latin typeface="Garamond" panose="02020404030301010803" pitchFamily="18" charset="0"/>
              </a:rPr>
              <a:t>DEPARTMENT OF CSE (ARTIFICIAL INTELLIGENCE AND MACHINE LEARNING)</a:t>
            </a:r>
          </a:p>
          <a:p>
            <a:pPr algn="ctr"/>
            <a:r>
              <a:rPr lang="en-US" sz="2000" b="1" dirty="0">
                <a:solidFill>
                  <a:schemeClr val="bg1"/>
                </a:solidFill>
                <a:latin typeface="Garamond" panose="02020404030301010803" pitchFamily="18" charset="0"/>
              </a:rPr>
              <a:t>WIRELESS VOICE CONTROLLED ROBOTIC CAR USING RASPBERRY PI PICO</a:t>
            </a:r>
          </a:p>
        </p:txBody>
      </p:sp>
      <p:sp>
        <p:nvSpPr>
          <p:cNvPr id="7" name="TextBox 6">
            <a:extLst>
              <a:ext uri="{FF2B5EF4-FFF2-40B4-BE49-F238E27FC236}">
                <a16:creationId xmlns:a16="http://schemas.microsoft.com/office/drawing/2014/main" id="{67C29495-EEAA-0277-065A-AB43A500EF7B}"/>
              </a:ext>
            </a:extLst>
          </p:cNvPr>
          <p:cNvSpPr txBox="1"/>
          <p:nvPr/>
        </p:nvSpPr>
        <p:spPr>
          <a:xfrm>
            <a:off x="0" y="2478641"/>
            <a:ext cx="12192000" cy="4379359"/>
          </a:xfrm>
          <a:prstGeom prst="rect">
            <a:avLst/>
          </a:prstGeom>
          <a:solidFill>
            <a:schemeClr val="tx1">
              <a:lumMod val="95000"/>
              <a:lumOff val="5000"/>
            </a:schemeClr>
          </a:solidFill>
        </p:spPr>
        <p:txBody>
          <a:bodyPr wrap="square" rtlCol="0">
            <a:spAutoFit/>
          </a:bodyPr>
          <a:lstStyle/>
          <a:p>
            <a:endParaRPr lang="en-IN" dirty="0"/>
          </a:p>
        </p:txBody>
      </p:sp>
      <p:sp>
        <p:nvSpPr>
          <p:cNvPr id="2" name="TextBox 1">
            <a:extLst>
              <a:ext uri="{FF2B5EF4-FFF2-40B4-BE49-F238E27FC236}">
                <a16:creationId xmlns:a16="http://schemas.microsoft.com/office/drawing/2014/main" id="{9A5453BF-0153-2B74-3108-0C8FE46B8598}"/>
              </a:ext>
            </a:extLst>
          </p:cNvPr>
          <p:cNvSpPr txBox="1"/>
          <p:nvPr/>
        </p:nvSpPr>
        <p:spPr>
          <a:xfrm>
            <a:off x="44365" y="2599927"/>
            <a:ext cx="5862514" cy="1867242"/>
          </a:xfrm>
          <a:prstGeom prst="rect">
            <a:avLst/>
          </a:prstGeom>
          <a:solidFill>
            <a:schemeClr val="bg1"/>
          </a:solidFill>
        </p:spPr>
        <p:txBody>
          <a:bodyPr wrap="square" rtlCol="0">
            <a:spAutoFit/>
          </a:bodyPr>
          <a:lstStyle/>
          <a:p>
            <a:pPr algn="ctr"/>
            <a:r>
              <a:rPr lang="en-US" sz="1050" b="1" u="sng" dirty="0">
                <a:latin typeface="Times New Roman" panose="02020603050405020304" pitchFamily="18" charset="0"/>
                <a:cs typeface="Times New Roman" panose="02020603050405020304" pitchFamily="18" charset="0"/>
              </a:rPr>
              <a:t>ABSTRACT</a:t>
            </a:r>
          </a:p>
          <a:p>
            <a:pPr algn="ctr"/>
            <a:endParaRPr lang="en-US" sz="1050" b="1" u="sng" dirty="0">
              <a:latin typeface="Times New Roman" panose="02020603050405020304" pitchFamily="18" charset="0"/>
              <a:cs typeface="Times New Roman" panose="02020603050405020304" pitchFamily="18" charset="0"/>
            </a:endParaRPr>
          </a:p>
          <a:p>
            <a:pPr marL="12700" marR="5080" algn="just">
              <a:lnSpc>
                <a:spcPct val="151100"/>
              </a:lnSpc>
              <a:spcBef>
                <a:spcPts val="100"/>
              </a:spcBef>
            </a:pPr>
            <a:r>
              <a:rPr lang="en-US" sz="900" spc="-20" dirty="0">
                <a:latin typeface="Times New Roman"/>
                <a:cs typeface="Times New Roman"/>
              </a:rPr>
              <a:t>The </a:t>
            </a:r>
            <a:r>
              <a:rPr lang="en-US" sz="900" spc="-25" dirty="0">
                <a:latin typeface="Times New Roman"/>
                <a:cs typeface="Times New Roman"/>
              </a:rPr>
              <a:t>voice-controlled</a:t>
            </a:r>
            <a:r>
              <a:rPr lang="en-US" sz="900" spc="-20" dirty="0">
                <a:latin typeface="Times New Roman"/>
                <a:cs typeface="Times New Roman"/>
              </a:rPr>
              <a:t> </a:t>
            </a:r>
            <a:r>
              <a:rPr lang="en-US" sz="900" spc="-25" dirty="0">
                <a:latin typeface="Times New Roman"/>
                <a:cs typeface="Times New Roman"/>
              </a:rPr>
              <a:t>robotic</a:t>
            </a:r>
            <a:r>
              <a:rPr lang="en-US" sz="900" spc="-20" dirty="0">
                <a:latin typeface="Times New Roman"/>
                <a:cs typeface="Times New Roman"/>
              </a:rPr>
              <a:t> </a:t>
            </a:r>
            <a:r>
              <a:rPr lang="en-US" sz="900" spc="-25" dirty="0">
                <a:latin typeface="Times New Roman"/>
                <a:cs typeface="Times New Roman"/>
              </a:rPr>
              <a:t>framework</a:t>
            </a:r>
            <a:r>
              <a:rPr lang="en-US" sz="900" spc="-20" dirty="0">
                <a:latin typeface="Times New Roman"/>
                <a:cs typeface="Times New Roman"/>
              </a:rPr>
              <a:t> </a:t>
            </a:r>
            <a:r>
              <a:rPr lang="en-US" sz="900" spc="-25" dirty="0">
                <a:latin typeface="Times New Roman"/>
                <a:cs typeface="Times New Roman"/>
              </a:rPr>
              <a:t>enables</a:t>
            </a:r>
            <a:r>
              <a:rPr lang="en-US" sz="900" spc="-20" dirty="0">
                <a:latin typeface="Times New Roman"/>
                <a:cs typeface="Times New Roman"/>
              </a:rPr>
              <a:t> </a:t>
            </a:r>
            <a:r>
              <a:rPr lang="en-US" sz="900" spc="-25" dirty="0">
                <a:latin typeface="Times New Roman"/>
                <a:cs typeface="Times New Roman"/>
              </a:rPr>
              <a:t>remote</a:t>
            </a:r>
            <a:r>
              <a:rPr lang="en-US" sz="900" spc="-20" dirty="0">
                <a:latin typeface="Times New Roman"/>
                <a:cs typeface="Times New Roman"/>
              </a:rPr>
              <a:t> </a:t>
            </a:r>
            <a:r>
              <a:rPr lang="en-US" sz="900" spc="-25" dirty="0">
                <a:latin typeface="Times New Roman"/>
                <a:cs typeface="Times New Roman"/>
              </a:rPr>
              <a:t>control</a:t>
            </a:r>
            <a:r>
              <a:rPr lang="en-US" sz="900" spc="-20" dirty="0">
                <a:latin typeface="Times New Roman"/>
                <a:cs typeface="Times New Roman"/>
              </a:rPr>
              <a:t> </a:t>
            </a:r>
            <a:r>
              <a:rPr lang="en-US" sz="900" spc="-15" dirty="0">
                <a:latin typeface="Times New Roman"/>
                <a:cs typeface="Times New Roman"/>
              </a:rPr>
              <a:t>of</a:t>
            </a:r>
            <a:r>
              <a:rPr lang="en-US" sz="900" spc="-10" dirty="0">
                <a:latin typeface="Times New Roman"/>
                <a:cs typeface="Times New Roman"/>
              </a:rPr>
              <a:t> </a:t>
            </a:r>
            <a:r>
              <a:rPr lang="en-US" sz="900" spc="-5" dirty="0">
                <a:latin typeface="Times New Roman"/>
                <a:cs typeface="Times New Roman"/>
              </a:rPr>
              <a:t>a </a:t>
            </a:r>
            <a:r>
              <a:rPr lang="en-US" sz="900" spc="-25" dirty="0">
                <a:latin typeface="Times New Roman"/>
                <a:cs typeface="Times New Roman"/>
              </a:rPr>
              <a:t>robotic</a:t>
            </a:r>
            <a:r>
              <a:rPr lang="en-US" sz="900" spc="-20" dirty="0">
                <a:latin typeface="Times New Roman"/>
                <a:cs typeface="Times New Roman"/>
              </a:rPr>
              <a:t> </a:t>
            </a:r>
            <a:r>
              <a:rPr lang="en-US" sz="900" spc="-25" dirty="0">
                <a:latin typeface="Times New Roman"/>
                <a:cs typeface="Times New Roman"/>
              </a:rPr>
              <a:t>vehicle</a:t>
            </a:r>
            <a:r>
              <a:rPr lang="en-US" sz="900" spc="-20" dirty="0">
                <a:latin typeface="Times New Roman"/>
                <a:cs typeface="Times New Roman"/>
              </a:rPr>
              <a:t> using</a:t>
            </a:r>
            <a:r>
              <a:rPr lang="en-US" sz="900" spc="-15" dirty="0">
                <a:latin typeface="Times New Roman"/>
                <a:cs typeface="Times New Roman"/>
              </a:rPr>
              <a:t> </a:t>
            </a:r>
            <a:r>
              <a:rPr lang="en-US" sz="900" spc="-20" dirty="0">
                <a:latin typeface="Times New Roman"/>
                <a:cs typeface="Times New Roman"/>
              </a:rPr>
              <a:t>voice </a:t>
            </a:r>
            <a:r>
              <a:rPr lang="en-US" sz="900" spc="-15" dirty="0">
                <a:latin typeface="Times New Roman"/>
                <a:cs typeface="Times New Roman"/>
              </a:rPr>
              <a:t> </a:t>
            </a:r>
            <a:r>
              <a:rPr lang="en-US" sz="900" spc="-25" dirty="0">
                <a:latin typeface="Times New Roman"/>
                <a:cs typeface="Times New Roman"/>
              </a:rPr>
              <a:t>commands received </a:t>
            </a:r>
            <a:r>
              <a:rPr lang="en-US" sz="900" spc="-20" dirty="0">
                <a:latin typeface="Times New Roman"/>
                <a:cs typeface="Times New Roman"/>
              </a:rPr>
              <a:t>via </a:t>
            </a:r>
            <a:r>
              <a:rPr lang="en-US" sz="900" spc="-15" dirty="0">
                <a:latin typeface="Times New Roman"/>
                <a:cs typeface="Times New Roman"/>
              </a:rPr>
              <a:t>an </a:t>
            </a:r>
            <a:r>
              <a:rPr lang="en-US" sz="900" spc="-25" dirty="0">
                <a:latin typeface="Times New Roman"/>
                <a:cs typeface="Times New Roman"/>
              </a:rPr>
              <a:t>Android device. Raspberry </a:t>
            </a:r>
            <a:r>
              <a:rPr lang="en-US" sz="900" spc="-10" dirty="0">
                <a:latin typeface="Times New Roman"/>
                <a:cs typeface="Times New Roman"/>
              </a:rPr>
              <a:t>Pi </a:t>
            </a:r>
            <a:r>
              <a:rPr lang="en-US" sz="900" spc="-15" dirty="0">
                <a:latin typeface="Times New Roman"/>
                <a:cs typeface="Times New Roman"/>
              </a:rPr>
              <a:t>is </a:t>
            </a:r>
            <a:r>
              <a:rPr lang="en-US" sz="900" spc="-25" dirty="0">
                <a:latin typeface="Times New Roman"/>
                <a:cs typeface="Times New Roman"/>
              </a:rPr>
              <a:t>integrated </a:t>
            </a:r>
            <a:r>
              <a:rPr lang="en-US" sz="900" spc="-20" dirty="0">
                <a:latin typeface="Times New Roman"/>
                <a:cs typeface="Times New Roman"/>
              </a:rPr>
              <a:t>into the system </a:t>
            </a:r>
            <a:r>
              <a:rPr lang="en-US" sz="900" spc="-15" dirty="0">
                <a:latin typeface="Times New Roman"/>
                <a:cs typeface="Times New Roman"/>
              </a:rPr>
              <a:t>to </a:t>
            </a:r>
            <a:r>
              <a:rPr lang="en-US" sz="900" spc="-25" dirty="0">
                <a:latin typeface="Times New Roman"/>
                <a:cs typeface="Times New Roman"/>
              </a:rPr>
              <a:t>process </a:t>
            </a:r>
            <a:r>
              <a:rPr lang="en-US" sz="900" spc="-20" dirty="0">
                <a:latin typeface="Times New Roman"/>
                <a:cs typeface="Times New Roman"/>
              </a:rPr>
              <a:t>the </a:t>
            </a:r>
            <a:r>
              <a:rPr lang="en-US" sz="900" spc="-15" dirty="0">
                <a:latin typeface="Times New Roman"/>
                <a:cs typeface="Times New Roman"/>
              </a:rPr>
              <a:t> </a:t>
            </a:r>
            <a:r>
              <a:rPr lang="en-US" sz="900" spc="-25" dirty="0">
                <a:latin typeface="Times New Roman"/>
                <a:cs typeface="Times New Roman"/>
              </a:rPr>
              <a:t>commands </a:t>
            </a:r>
            <a:r>
              <a:rPr lang="en-US" sz="900" spc="-20" dirty="0">
                <a:latin typeface="Times New Roman"/>
                <a:cs typeface="Times New Roman"/>
              </a:rPr>
              <a:t>and </a:t>
            </a:r>
            <a:r>
              <a:rPr lang="en-US" sz="900" spc="-25" dirty="0">
                <a:latin typeface="Times New Roman"/>
                <a:cs typeface="Times New Roman"/>
              </a:rPr>
              <a:t>operate </a:t>
            </a:r>
            <a:r>
              <a:rPr lang="en-US" sz="900" spc="-20" dirty="0">
                <a:latin typeface="Times New Roman"/>
                <a:cs typeface="Times New Roman"/>
              </a:rPr>
              <a:t>the </a:t>
            </a:r>
            <a:r>
              <a:rPr lang="en-US" sz="900" spc="-25" dirty="0">
                <a:latin typeface="Times New Roman"/>
                <a:cs typeface="Times New Roman"/>
              </a:rPr>
              <a:t>vehicle's motors </a:t>
            </a:r>
            <a:r>
              <a:rPr lang="en-US" sz="900" spc="-35" dirty="0">
                <a:latin typeface="Times New Roman"/>
                <a:cs typeface="Times New Roman"/>
              </a:rPr>
              <a:t>accordingly. </a:t>
            </a:r>
            <a:r>
              <a:rPr lang="en-US" sz="900" spc="-20" dirty="0">
                <a:latin typeface="Times New Roman"/>
                <a:cs typeface="Times New Roman"/>
              </a:rPr>
              <a:t>Any </a:t>
            </a:r>
            <a:r>
              <a:rPr lang="en-US" sz="900" spc="-25" dirty="0">
                <a:latin typeface="Times New Roman"/>
                <a:cs typeface="Times New Roman"/>
              </a:rPr>
              <a:t>Android smartphone can </a:t>
            </a:r>
            <a:r>
              <a:rPr lang="en-US" sz="900" spc="-20" dirty="0">
                <a:latin typeface="Times New Roman"/>
                <a:cs typeface="Times New Roman"/>
              </a:rPr>
              <a:t>act </a:t>
            </a:r>
            <a:r>
              <a:rPr lang="en-US" sz="900" spc="-10" dirty="0">
                <a:latin typeface="Times New Roman"/>
                <a:cs typeface="Times New Roman"/>
              </a:rPr>
              <a:t>as </a:t>
            </a:r>
            <a:r>
              <a:rPr lang="en-US" sz="900" spc="-20" dirty="0">
                <a:latin typeface="Times New Roman"/>
                <a:cs typeface="Times New Roman"/>
              </a:rPr>
              <a:t>the </a:t>
            </a:r>
            <a:r>
              <a:rPr lang="en-US" sz="900" spc="-15" dirty="0">
                <a:latin typeface="Times New Roman"/>
                <a:cs typeface="Times New Roman"/>
              </a:rPr>
              <a:t> </a:t>
            </a:r>
            <a:r>
              <a:rPr lang="en-US" sz="900" spc="-25" dirty="0">
                <a:latin typeface="Times New Roman"/>
                <a:cs typeface="Times New Roman"/>
              </a:rPr>
              <a:t>controlling device through </a:t>
            </a:r>
            <a:r>
              <a:rPr lang="en-US" sz="900" spc="-5" dirty="0">
                <a:latin typeface="Times New Roman"/>
                <a:cs typeface="Times New Roman"/>
              </a:rPr>
              <a:t>a </a:t>
            </a:r>
            <a:r>
              <a:rPr lang="en-US" sz="900" spc="-25" dirty="0">
                <a:latin typeface="Times New Roman"/>
                <a:cs typeface="Times New Roman"/>
              </a:rPr>
              <a:t>dedicated application </a:t>
            </a:r>
            <a:r>
              <a:rPr lang="en-US" sz="900" spc="-15" dirty="0">
                <a:latin typeface="Times New Roman"/>
                <a:cs typeface="Times New Roman"/>
              </a:rPr>
              <a:t>for </a:t>
            </a:r>
            <a:r>
              <a:rPr lang="en-US" sz="900" spc="-25" dirty="0">
                <a:latin typeface="Times New Roman"/>
                <a:cs typeface="Times New Roman"/>
              </a:rPr>
              <a:t>transmitting commands. Commands </a:t>
            </a:r>
            <a:r>
              <a:rPr lang="en-US" sz="900" spc="-15" dirty="0">
                <a:latin typeface="Times New Roman"/>
                <a:cs typeface="Times New Roman"/>
              </a:rPr>
              <a:t>from </a:t>
            </a:r>
            <a:r>
              <a:rPr lang="en-US" sz="900" spc="-20" dirty="0">
                <a:latin typeface="Times New Roman"/>
                <a:cs typeface="Times New Roman"/>
              </a:rPr>
              <a:t>the </a:t>
            </a:r>
            <a:r>
              <a:rPr lang="en-US" sz="900" spc="-15" dirty="0">
                <a:latin typeface="Times New Roman"/>
                <a:cs typeface="Times New Roman"/>
              </a:rPr>
              <a:t> </a:t>
            </a:r>
            <a:r>
              <a:rPr lang="en-US" sz="900" spc="-25" dirty="0">
                <a:latin typeface="Times New Roman"/>
                <a:cs typeface="Times New Roman"/>
              </a:rPr>
              <a:t>Android</a:t>
            </a:r>
            <a:r>
              <a:rPr lang="en-US" sz="900" spc="-20" dirty="0">
                <a:latin typeface="Times New Roman"/>
                <a:cs typeface="Times New Roman"/>
              </a:rPr>
              <a:t> </a:t>
            </a:r>
            <a:r>
              <a:rPr lang="en-US" sz="900" spc="-25" dirty="0">
                <a:latin typeface="Times New Roman"/>
                <a:cs typeface="Times New Roman"/>
              </a:rPr>
              <a:t>device</a:t>
            </a:r>
            <a:r>
              <a:rPr lang="en-US" sz="900" spc="-20" dirty="0">
                <a:latin typeface="Times New Roman"/>
                <a:cs typeface="Times New Roman"/>
              </a:rPr>
              <a:t> </a:t>
            </a:r>
            <a:r>
              <a:rPr lang="en-US" sz="900" spc="-25" dirty="0">
                <a:latin typeface="Times New Roman"/>
                <a:cs typeface="Times New Roman"/>
              </a:rPr>
              <a:t>dictate</a:t>
            </a:r>
            <a:r>
              <a:rPr lang="en-US" sz="900" spc="-20" dirty="0">
                <a:latin typeface="Times New Roman"/>
                <a:cs typeface="Times New Roman"/>
              </a:rPr>
              <a:t> the</a:t>
            </a:r>
            <a:r>
              <a:rPr lang="en-US" sz="900" spc="-15" dirty="0">
                <a:latin typeface="Times New Roman"/>
                <a:cs typeface="Times New Roman"/>
              </a:rPr>
              <a:t> </a:t>
            </a:r>
            <a:r>
              <a:rPr lang="en-US" sz="900" spc="-25" dirty="0">
                <a:latin typeface="Times New Roman"/>
                <a:cs typeface="Times New Roman"/>
              </a:rPr>
              <a:t>vehicle's</a:t>
            </a:r>
            <a:r>
              <a:rPr lang="en-US" sz="900" spc="-20" dirty="0">
                <a:latin typeface="Times New Roman"/>
                <a:cs typeface="Times New Roman"/>
              </a:rPr>
              <a:t> </a:t>
            </a:r>
            <a:r>
              <a:rPr lang="en-US" sz="900" spc="-25" dirty="0">
                <a:latin typeface="Times New Roman"/>
                <a:cs typeface="Times New Roman"/>
              </a:rPr>
              <a:t>movements</a:t>
            </a:r>
            <a:r>
              <a:rPr lang="en-US" sz="900" spc="-20" dirty="0">
                <a:latin typeface="Times New Roman"/>
                <a:cs typeface="Times New Roman"/>
              </a:rPr>
              <a:t> </a:t>
            </a:r>
            <a:r>
              <a:rPr lang="en-US" sz="900" spc="-15" dirty="0">
                <a:latin typeface="Times New Roman"/>
                <a:cs typeface="Times New Roman"/>
              </a:rPr>
              <a:t>in</a:t>
            </a:r>
            <a:r>
              <a:rPr lang="en-US" sz="900" spc="-10" dirty="0">
                <a:latin typeface="Times New Roman"/>
                <a:cs typeface="Times New Roman"/>
              </a:rPr>
              <a:t> </a:t>
            </a:r>
            <a:r>
              <a:rPr lang="en-US" sz="900" spc="-25" dirty="0">
                <a:latin typeface="Times New Roman"/>
                <a:cs typeface="Times New Roman"/>
              </a:rPr>
              <a:t>forward,</a:t>
            </a:r>
            <a:r>
              <a:rPr lang="en-US" sz="900" spc="-20" dirty="0">
                <a:latin typeface="Times New Roman"/>
                <a:cs typeface="Times New Roman"/>
              </a:rPr>
              <a:t> </a:t>
            </a:r>
            <a:r>
              <a:rPr lang="en-US" sz="900" spc="-25" dirty="0">
                <a:latin typeface="Times New Roman"/>
                <a:cs typeface="Times New Roman"/>
              </a:rPr>
              <a:t>backward,</a:t>
            </a:r>
            <a:r>
              <a:rPr lang="en-US" sz="900" spc="-20" dirty="0">
                <a:latin typeface="Times New Roman"/>
                <a:cs typeface="Times New Roman"/>
              </a:rPr>
              <a:t> </a:t>
            </a:r>
            <a:r>
              <a:rPr lang="en-US" sz="900" spc="-25" dirty="0">
                <a:latin typeface="Times New Roman"/>
                <a:cs typeface="Times New Roman"/>
              </a:rPr>
              <a:t>right,</a:t>
            </a:r>
            <a:r>
              <a:rPr lang="en-US" sz="900" spc="-20" dirty="0">
                <a:latin typeface="Times New Roman"/>
                <a:cs typeface="Times New Roman"/>
              </a:rPr>
              <a:t> </a:t>
            </a:r>
            <a:r>
              <a:rPr lang="en-US" sz="900" spc="-15" dirty="0">
                <a:latin typeface="Times New Roman"/>
                <a:cs typeface="Times New Roman"/>
              </a:rPr>
              <a:t>or</a:t>
            </a:r>
            <a:r>
              <a:rPr lang="en-US" sz="900" spc="-10" dirty="0">
                <a:latin typeface="Times New Roman"/>
                <a:cs typeface="Times New Roman"/>
              </a:rPr>
              <a:t> </a:t>
            </a:r>
            <a:r>
              <a:rPr lang="en-US" sz="900" spc="-20" dirty="0">
                <a:latin typeface="Times New Roman"/>
                <a:cs typeface="Times New Roman"/>
              </a:rPr>
              <a:t>left</a:t>
            </a:r>
            <a:r>
              <a:rPr lang="en-US" sz="900" spc="-15" dirty="0">
                <a:latin typeface="Times New Roman"/>
                <a:cs typeface="Times New Roman"/>
              </a:rPr>
              <a:t> </a:t>
            </a:r>
            <a:r>
              <a:rPr lang="en-US" sz="900" spc="-25" dirty="0">
                <a:latin typeface="Times New Roman"/>
                <a:cs typeface="Times New Roman"/>
              </a:rPr>
              <a:t>directions. </a:t>
            </a:r>
            <a:r>
              <a:rPr lang="en-US" sz="900" spc="-20" dirty="0">
                <a:latin typeface="Times New Roman"/>
                <a:cs typeface="Times New Roman"/>
              </a:rPr>
              <a:t> </a:t>
            </a:r>
            <a:r>
              <a:rPr lang="en-US" sz="900" spc="-25" dirty="0">
                <a:latin typeface="Times New Roman"/>
                <a:cs typeface="Times New Roman"/>
              </a:rPr>
              <a:t>Raspberry </a:t>
            </a:r>
            <a:r>
              <a:rPr lang="en-US" sz="900" spc="-15" dirty="0">
                <a:latin typeface="Times New Roman"/>
                <a:cs typeface="Times New Roman"/>
              </a:rPr>
              <a:t>Pi </a:t>
            </a:r>
            <a:r>
              <a:rPr lang="en-US" sz="900" spc="-25" dirty="0">
                <a:latin typeface="Times New Roman"/>
                <a:cs typeface="Times New Roman"/>
              </a:rPr>
              <a:t>coordinates motor operations based </a:t>
            </a:r>
            <a:r>
              <a:rPr lang="en-US" sz="900" spc="-15" dirty="0">
                <a:latin typeface="Times New Roman"/>
                <a:cs typeface="Times New Roman"/>
              </a:rPr>
              <a:t>on </a:t>
            </a:r>
            <a:r>
              <a:rPr lang="en-US" sz="900" spc="-25" dirty="0">
                <a:latin typeface="Times New Roman"/>
                <a:cs typeface="Times New Roman"/>
              </a:rPr>
              <a:t>received commands, facilitating precise control of </a:t>
            </a:r>
            <a:r>
              <a:rPr lang="en-US" sz="900" spc="-385" dirty="0">
                <a:latin typeface="Times New Roman"/>
                <a:cs typeface="Times New Roman"/>
              </a:rPr>
              <a:t> </a:t>
            </a:r>
            <a:r>
              <a:rPr lang="en-US" sz="900" spc="-20" dirty="0">
                <a:latin typeface="Times New Roman"/>
                <a:cs typeface="Times New Roman"/>
              </a:rPr>
              <a:t>the</a:t>
            </a:r>
            <a:r>
              <a:rPr lang="en-US" sz="900" spc="-15" dirty="0">
                <a:latin typeface="Times New Roman"/>
                <a:cs typeface="Times New Roman"/>
              </a:rPr>
              <a:t> </a:t>
            </a:r>
            <a:r>
              <a:rPr lang="en-US" sz="900" spc="-25" dirty="0">
                <a:latin typeface="Times New Roman"/>
                <a:cs typeface="Times New Roman"/>
              </a:rPr>
              <a:t>robotic</a:t>
            </a:r>
            <a:r>
              <a:rPr lang="en-US" sz="900" spc="-20" dirty="0">
                <a:latin typeface="Times New Roman"/>
                <a:cs typeface="Times New Roman"/>
              </a:rPr>
              <a:t> </a:t>
            </a:r>
            <a:r>
              <a:rPr lang="en-US" sz="900" spc="-25" dirty="0">
                <a:latin typeface="Times New Roman"/>
                <a:cs typeface="Times New Roman"/>
              </a:rPr>
              <a:t>vehicle.</a:t>
            </a:r>
            <a:r>
              <a:rPr lang="en-US" sz="900" spc="-20" dirty="0">
                <a:latin typeface="Times New Roman"/>
                <a:cs typeface="Times New Roman"/>
              </a:rPr>
              <a:t> </a:t>
            </a:r>
            <a:r>
              <a:rPr lang="en-US" sz="900" spc="-25" dirty="0">
                <a:latin typeface="Times New Roman"/>
                <a:cs typeface="Times New Roman"/>
              </a:rPr>
              <a:t>This</a:t>
            </a:r>
            <a:r>
              <a:rPr lang="en-US" sz="900" spc="-20" dirty="0">
                <a:latin typeface="Times New Roman"/>
                <a:cs typeface="Times New Roman"/>
              </a:rPr>
              <a:t> </a:t>
            </a:r>
            <a:r>
              <a:rPr lang="en-US" sz="900" spc="-25" dirty="0">
                <a:latin typeface="Times New Roman"/>
                <a:cs typeface="Times New Roman"/>
              </a:rPr>
              <a:t>project</a:t>
            </a:r>
            <a:r>
              <a:rPr lang="en-US" sz="900" spc="-20" dirty="0">
                <a:latin typeface="Times New Roman"/>
                <a:cs typeface="Times New Roman"/>
              </a:rPr>
              <a:t> </a:t>
            </a:r>
            <a:r>
              <a:rPr lang="en-US" sz="900" spc="-25" dirty="0">
                <a:latin typeface="Times New Roman"/>
                <a:cs typeface="Times New Roman"/>
              </a:rPr>
              <a:t>showcases</a:t>
            </a:r>
            <a:r>
              <a:rPr lang="en-US" sz="900" spc="-20" dirty="0">
                <a:latin typeface="Times New Roman"/>
                <a:cs typeface="Times New Roman"/>
              </a:rPr>
              <a:t> the</a:t>
            </a:r>
            <a:r>
              <a:rPr lang="en-US" sz="900" spc="-15" dirty="0">
                <a:latin typeface="Times New Roman"/>
                <a:cs typeface="Times New Roman"/>
              </a:rPr>
              <a:t> </a:t>
            </a:r>
            <a:r>
              <a:rPr lang="en-US" sz="900" spc="-20" dirty="0">
                <a:latin typeface="Times New Roman"/>
                <a:cs typeface="Times New Roman"/>
              </a:rPr>
              <a:t>fusion</a:t>
            </a:r>
            <a:r>
              <a:rPr lang="en-US" sz="900" spc="-15" dirty="0">
                <a:latin typeface="Times New Roman"/>
                <a:cs typeface="Times New Roman"/>
              </a:rPr>
              <a:t> of</a:t>
            </a:r>
            <a:r>
              <a:rPr lang="en-US" sz="900" spc="-10" dirty="0">
                <a:latin typeface="Times New Roman"/>
                <a:cs typeface="Times New Roman"/>
              </a:rPr>
              <a:t> </a:t>
            </a:r>
            <a:r>
              <a:rPr lang="en-US" sz="900" spc="-25" dirty="0">
                <a:latin typeface="Times New Roman"/>
                <a:cs typeface="Times New Roman"/>
              </a:rPr>
              <a:t>voice</a:t>
            </a:r>
            <a:r>
              <a:rPr lang="en-US" sz="900" spc="-20" dirty="0">
                <a:latin typeface="Times New Roman"/>
                <a:cs typeface="Times New Roman"/>
              </a:rPr>
              <a:t> </a:t>
            </a:r>
            <a:r>
              <a:rPr lang="en-US" sz="900" spc="-25" dirty="0">
                <a:latin typeface="Times New Roman"/>
                <a:cs typeface="Times New Roman"/>
              </a:rPr>
              <a:t>recognition</a:t>
            </a:r>
            <a:r>
              <a:rPr lang="en-US" sz="900" spc="-20" dirty="0">
                <a:latin typeface="Times New Roman"/>
                <a:cs typeface="Times New Roman"/>
              </a:rPr>
              <a:t> </a:t>
            </a:r>
            <a:r>
              <a:rPr lang="en-US" sz="900" spc="-35" dirty="0">
                <a:latin typeface="Times New Roman"/>
                <a:cs typeface="Times New Roman"/>
              </a:rPr>
              <a:t>technology,</a:t>
            </a:r>
            <a:r>
              <a:rPr lang="en-US" sz="900" spc="-30" dirty="0">
                <a:latin typeface="Times New Roman"/>
                <a:cs typeface="Times New Roman"/>
              </a:rPr>
              <a:t> </a:t>
            </a:r>
            <a:r>
              <a:rPr lang="en-US" sz="900" spc="-25" dirty="0">
                <a:latin typeface="Times New Roman"/>
                <a:cs typeface="Times New Roman"/>
              </a:rPr>
              <a:t>Android </a:t>
            </a:r>
            <a:r>
              <a:rPr lang="en-US" sz="900" spc="-385" dirty="0">
                <a:latin typeface="Times New Roman"/>
                <a:cs typeface="Times New Roman"/>
              </a:rPr>
              <a:t> </a:t>
            </a:r>
            <a:r>
              <a:rPr lang="en-US" sz="900" spc="-25" dirty="0">
                <a:latin typeface="Times New Roman"/>
                <a:cs typeface="Times New Roman"/>
              </a:rPr>
              <a:t>applications, </a:t>
            </a:r>
            <a:r>
              <a:rPr lang="en-US" sz="900" spc="-20" dirty="0">
                <a:latin typeface="Times New Roman"/>
                <a:cs typeface="Times New Roman"/>
              </a:rPr>
              <a:t>and </a:t>
            </a:r>
            <a:r>
              <a:rPr lang="en-US" sz="900" spc="-25" dirty="0">
                <a:latin typeface="Times New Roman"/>
                <a:cs typeface="Times New Roman"/>
              </a:rPr>
              <a:t>Raspberry </a:t>
            </a:r>
            <a:r>
              <a:rPr lang="en-US" sz="900" spc="-15" dirty="0">
                <a:latin typeface="Times New Roman"/>
                <a:cs typeface="Times New Roman"/>
              </a:rPr>
              <a:t>Pi </a:t>
            </a:r>
            <a:r>
              <a:rPr lang="en-US" sz="900" spc="-25" dirty="0">
                <a:latin typeface="Times New Roman"/>
                <a:cs typeface="Times New Roman"/>
              </a:rPr>
              <a:t>microcontrollers </a:t>
            </a:r>
            <a:r>
              <a:rPr lang="en-US" sz="900" spc="-15" dirty="0">
                <a:latin typeface="Times New Roman"/>
                <a:cs typeface="Times New Roman"/>
              </a:rPr>
              <a:t>to </a:t>
            </a:r>
            <a:r>
              <a:rPr lang="en-US" sz="900" spc="-20" dirty="0">
                <a:latin typeface="Times New Roman"/>
                <a:cs typeface="Times New Roman"/>
              </a:rPr>
              <a:t>create </a:t>
            </a:r>
            <a:r>
              <a:rPr lang="en-US" sz="900" spc="-15" dirty="0">
                <a:latin typeface="Times New Roman"/>
                <a:cs typeface="Times New Roman"/>
              </a:rPr>
              <a:t>an </a:t>
            </a:r>
            <a:r>
              <a:rPr lang="en-US" sz="900" spc="-25" dirty="0">
                <a:latin typeface="Times New Roman"/>
                <a:cs typeface="Times New Roman"/>
              </a:rPr>
              <a:t>intuitive </a:t>
            </a:r>
            <a:r>
              <a:rPr lang="en-US" sz="900" spc="-15" dirty="0">
                <a:latin typeface="Times New Roman"/>
                <a:cs typeface="Times New Roman"/>
              </a:rPr>
              <a:t>and </a:t>
            </a:r>
            <a:r>
              <a:rPr lang="en-US" sz="900" spc="-25" dirty="0">
                <a:latin typeface="Times New Roman"/>
                <a:cs typeface="Times New Roman"/>
              </a:rPr>
              <a:t>efficient robotic control </a:t>
            </a:r>
            <a:r>
              <a:rPr lang="en-US" sz="900" spc="-20" dirty="0">
                <a:latin typeface="Times New Roman"/>
                <a:cs typeface="Times New Roman"/>
              </a:rPr>
              <a:t> </a:t>
            </a:r>
            <a:r>
              <a:rPr lang="en-US" sz="900" spc="-30" dirty="0">
                <a:latin typeface="Times New Roman"/>
                <a:cs typeface="Times New Roman"/>
              </a:rPr>
              <a:t>system.</a:t>
            </a:r>
            <a:endParaRPr lang="en-US" sz="900" dirty="0">
              <a:latin typeface="Times New Roman"/>
              <a:cs typeface="Times New Roman"/>
            </a:endParaRPr>
          </a:p>
        </p:txBody>
      </p:sp>
      <p:sp>
        <p:nvSpPr>
          <p:cNvPr id="6" name="TextBox 5">
            <a:extLst>
              <a:ext uri="{FF2B5EF4-FFF2-40B4-BE49-F238E27FC236}">
                <a16:creationId xmlns:a16="http://schemas.microsoft.com/office/drawing/2014/main" id="{8C294449-1A36-AACD-BAEE-C72F7852D18B}"/>
              </a:ext>
            </a:extLst>
          </p:cNvPr>
          <p:cNvSpPr txBox="1"/>
          <p:nvPr/>
        </p:nvSpPr>
        <p:spPr>
          <a:xfrm>
            <a:off x="76819" y="4557448"/>
            <a:ext cx="2862181" cy="2192908"/>
          </a:xfrm>
          <a:prstGeom prst="rect">
            <a:avLst/>
          </a:prstGeom>
          <a:solidFill>
            <a:schemeClr val="bg1"/>
          </a:solidFill>
        </p:spPr>
        <p:txBody>
          <a:bodyPr wrap="square" rtlCol="0">
            <a:spAutoFit/>
          </a:bodyPr>
          <a:lstStyle/>
          <a:p>
            <a:r>
              <a:rPr lang="en-IN" sz="1050" b="1" dirty="0">
                <a:latin typeface="Times New Roman" panose="02020603050405020304" pitchFamily="18" charset="0"/>
                <a:cs typeface="Times New Roman" panose="02020603050405020304" pitchFamily="18" charset="0"/>
              </a:rPr>
              <a:t>          </a:t>
            </a:r>
            <a:r>
              <a:rPr lang="en-IN" sz="1050" b="1" u="sng" dirty="0">
                <a:latin typeface="Times New Roman" panose="02020603050405020304" pitchFamily="18" charset="0"/>
                <a:cs typeface="Times New Roman" panose="02020603050405020304" pitchFamily="18" charset="0"/>
              </a:rPr>
              <a:t>SYSTEM ARCHITECTURE</a:t>
            </a:r>
          </a:p>
          <a:p>
            <a:endParaRPr lang="en-IN" sz="1050" b="1" dirty="0">
              <a:latin typeface="Times New Roman" panose="02020603050405020304" pitchFamily="18" charset="0"/>
              <a:cs typeface="Times New Roman" panose="02020603050405020304" pitchFamily="18" charset="0"/>
            </a:endParaRPr>
          </a:p>
          <a:p>
            <a:endParaRPr lang="en-IN" sz="1050" b="1" dirty="0">
              <a:latin typeface="Times New Roman" panose="02020603050405020304" pitchFamily="18" charset="0"/>
              <a:cs typeface="Times New Roman" panose="02020603050405020304" pitchFamily="18" charset="0"/>
            </a:endParaRPr>
          </a:p>
          <a:p>
            <a:endParaRPr lang="en-IN" sz="1050" b="1" dirty="0">
              <a:latin typeface="Times New Roman" panose="02020603050405020304" pitchFamily="18" charset="0"/>
              <a:cs typeface="Times New Roman" panose="02020603050405020304" pitchFamily="18" charset="0"/>
            </a:endParaRPr>
          </a:p>
          <a:p>
            <a:endParaRPr lang="en-IN" sz="1050" b="1" dirty="0">
              <a:latin typeface="Times New Roman" panose="02020603050405020304" pitchFamily="18" charset="0"/>
              <a:cs typeface="Times New Roman" panose="02020603050405020304" pitchFamily="18" charset="0"/>
            </a:endParaRPr>
          </a:p>
          <a:p>
            <a:endParaRPr lang="en-IN" sz="1050" b="1" dirty="0">
              <a:latin typeface="Times New Roman" panose="02020603050405020304" pitchFamily="18" charset="0"/>
              <a:cs typeface="Times New Roman" panose="02020603050405020304" pitchFamily="18" charset="0"/>
            </a:endParaRPr>
          </a:p>
          <a:p>
            <a:endParaRPr lang="en-IN" sz="1050" b="1" dirty="0">
              <a:latin typeface="Times New Roman" panose="02020603050405020304" pitchFamily="18" charset="0"/>
              <a:cs typeface="Times New Roman" panose="02020603050405020304" pitchFamily="18" charset="0"/>
            </a:endParaRPr>
          </a:p>
          <a:p>
            <a:endParaRPr lang="en-IN" sz="1050" b="1" dirty="0">
              <a:latin typeface="Times New Roman" panose="02020603050405020304" pitchFamily="18" charset="0"/>
              <a:cs typeface="Times New Roman" panose="02020603050405020304" pitchFamily="18" charset="0"/>
            </a:endParaRPr>
          </a:p>
          <a:p>
            <a:endParaRPr lang="en-IN" sz="1050" b="1" dirty="0">
              <a:latin typeface="Times New Roman" panose="02020603050405020304" pitchFamily="18" charset="0"/>
              <a:cs typeface="Times New Roman" panose="02020603050405020304" pitchFamily="18" charset="0"/>
            </a:endParaRPr>
          </a:p>
          <a:p>
            <a:endParaRPr lang="en-IN" sz="1050" b="1" dirty="0">
              <a:latin typeface="Times New Roman" panose="02020603050405020304" pitchFamily="18" charset="0"/>
              <a:cs typeface="Times New Roman" panose="02020603050405020304" pitchFamily="18" charset="0"/>
            </a:endParaRPr>
          </a:p>
          <a:p>
            <a:endParaRPr lang="en-IN" sz="1050" b="1" dirty="0">
              <a:latin typeface="Times New Roman" panose="02020603050405020304" pitchFamily="18" charset="0"/>
              <a:cs typeface="Times New Roman" panose="02020603050405020304" pitchFamily="18" charset="0"/>
            </a:endParaRPr>
          </a:p>
          <a:p>
            <a:endParaRPr lang="en-IN" sz="1050" b="1" dirty="0">
              <a:latin typeface="Times New Roman" panose="02020603050405020304" pitchFamily="18" charset="0"/>
              <a:cs typeface="Times New Roman" panose="02020603050405020304" pitchFamily="18" charset="0"/>
            </a:endParaRPr>
          </a:p>
          <a:p>
            <a:endParaRPr lang="en-IN" sz="105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B101C402-DA31-8FA0-5A04-95080CE4BD0F}"/>
              </a:ext>
            </a:extLst>
          </p:cNvPr>
          <p:cNvSpPr txBox="1"/>
          <p:nvPr/>
        </p:nvSpPr>
        <p:spPr>
          <a:xfrm>
            <a:off x="5997677" y="2567786"/>
            <a:ext cx="6108139" cy="2685106"/>
          </a:xfrm>
          <a:prstGeom prst="rect">
            <a:avLst/>
          </a:prstGeom>
          <a:solidFill>
            <a:schemeClr val="bg1"/>
          </a:solidFill>
        </p:spPr>
        <p:txBody>
          <a:bodyPr wrap="square" rtlCol="0">
            <a:spAutoFit/>
          </a:bodyPr>
          <a:lstStyle/>
          <a:p>
            <a:pPr algn="ctr"/>
            <a:r>
              <a:rPr lang="en-IN" sz="1050" b="1" u="sng">
                <a:latin typeface="Times New Roman" panose="02020603050405020304" pitchFamily="18" charset="0"/>
                <a:cs typeface="Times New Roman" panose="02020603050405020304" pitchFamily="18" charset="0"/>
              </a:rPr>
              <a:t>RESULT SCREEN</a:t>
            </a:r>
            <a:endParaRPr lang="en-IN" sz="1050" b="1" u="sng" dirty="0">
              <a:latin typeface="Times New Roman" panose="02020603050405020304" pitchFamily="18" charset="0"/>
              <a:cs typeface="Times New Roman" panose="02020603050405020304" pitchFamily="18" charset="0"/>
            </a:endParaRPr>
          </a:p>
          <a:p>
            <a:pPr algn="ctr"/>
            <a:endParaRPr lang="en-IN" sz="1050" b="1" dirty="0">
              <a:latin typeface="Times New Roman" panose="02020603050405020304" pitchFamily="18" charset="0"/>
              <a:cs typeface="Times New Roman" panose="02020603050405020304" pitchFamily="18" charset="0"/>
            </a:endParaRPr>
          </a:p>
          <a:p>
            <a:pPr algn="ctr"/>
            <a:endParaRPr lang="en-IN" sz="1050" b="1" dirty="0">
              <a:latin typeface="Times New Roman" panose="02020603050405020304" pitchFamily="18" charset="0"/>
              <a:cs typeface="Times New Roman" panose="02020603050405020304" pitchFamily="18" charset="0"/>
            </a:endParaRPr>
          </a:p>
          <a:p>
            <a:pPr algn="ctr"/>
            <a:endParaRPr lang="en-IN" sz="1050" b="1" dirty="0">
              <a:latin typeface="Times New Roman" panose="02020603050405020304" pitchFamily="18" charset="0"/>
              <a:cs typeface="Times New Roman" panose="02020603050405020304" pitchFamily="18" charset="0"/>
            </a:endParaRPr>
          </a:p>
          <a:p>
            <a:pPr algn="ctr"/>
            <a:endParaRPr lang="en-IN" sz="1050" b="1" dirty="0">
              <a:latin typeface="Times New Roman" panose="02020603050405020304" pitchFamily="18" charset="0"/>
              <a:cs typeface="Times New Roman" panose="02020603050405020304" pitchFamily="18" charset="0"/>
            </a:endParaRPr>
          </a:p>
          <a:p>
            <a:pPr algn="ctr"/>
            <a:endParaRPr lang="en-IN" sz="1050" b="1" dirty="0">
              <a:latin typeface="Times New Roman" panose="02020603050405020304" pitchFamily="18" charset="0"/>
              <a:cs typeface="Times New Roman" panose="02020603050405020304" pitchFamily="18" charset="0"/>
            </a:endParaRPr>
          </a:p>
          <a:p>
            <a:pPr algn="ctr"/>
            <a:endParaRPr lang="en-IN" sz="1050" b="1" dirty="0">
              <a:latin typeface="Times New Roman" panose="02020603050405020304" pitchFamily="18" charset="0"/>
              <a:cs typeface="Times New Roman" panose="02020603050405020304" pitchFamily="18" charset="0"/>
            </a:endParaRPr>
          </a:p>
          <a:p>
            <a:pPr algn="ctr"/>
            <a:endParaRPr lang="en-IN" sz="1050" b="1" dirty="0">
              <a:latin typeface="Times New Roman" panose="02020603050405020304" pitchFamily="18" charset="0"/>
              <a:cs typeface="Times New Roman" panose="02020603050405020304" pitchFamily="18" charset="0"/>
            </a:endParaRPr>
          </a:p>
          <a:p>
            <a:pPr algn="ctr"/>
            <a:endParaRPr lang="en-IN" sz="1050" b="1" dirty="0">
              <a:latin typeface="Times New Roman" panose="02020603050405020304" pitchFamily="18" charset="0"/>
              <a:cs typeface="Times New Roman" panose="02020603050405020304" pitchFamily="18" charset="0"/>
            </a:endParaRPr>
          </a:p>
          <a:p>
            <a:pPr algn="ctr"/>
            <a:endParaRPr lang="en-IN" sz="1050" b="1" dirty="0">
              <a:latin typeface="Times New Roman" panose="02020603050405020304" pitchFamily="18" charset="0"/>
              <a:cs typeface="Times New Roman" panose="02020603050405020304" pitchFamily="18" charset="0"/>
            </a:endParaRPr>
          </a:p>
          <a:p>
            <a:pPr algn="ctr"/>
            <a:endParaRPr lang="en-IN" sz="1050" b="1" dirty="0">
              <a:latin typeface="Times New Roman" panose="02020603050405020304" pitchFamily="18" charset="0"/>
              <a:cs typeface="Times New Roman" panose="02020603050405020304" pitchFamily="18" charset="0"/>
            </a:endParaRPr>
          </a:p>
          <a:p>
            <a:pPr algn="ctr"/>
            <a:endParaRPr lang="en-IN" sz="1050" b="1" dirty="0">
              <a:latin typeface="Times New Roman" panose="02020603050405020304" pitchFamily="18" charset="0"/>
              <a:cs typeface="Times New Roman" panose="02020603050405020304" pitchFamily="18" charset="0"/>
            </a:endParaRPr>
          </a:p>
          <a:p>
            <a:pPr algn="ctr"/>
            <a:endParaRPr lang="en-IN" sz="1050" b="1" dirty="0">
              <a:latin typeface="Times New Roman" panose="02020603050405020304" pitchFamily="18" charset="0"/>
              <a:cs typeface="Times New Roman" panose="02020603050405020304" pitchFamily="18" charset="0"/>
            </a:endParaRPr>
          </a:p>
          <a:p>
            <a:pPr algn="ctr"/>
            <a:endParaRPr lang="en-IN" sz="1050" b="1" dirty="0">
              <a:latin typeface="Times New Roman" panose="02020603050405020304" pitchFamily="18" charset="0"/>
              <a:cs typeface="Times New Roman" panose="02020603050405020304" pitchFamily="18" charset="0"/>
            </a:endParaRPr>
          </a:p>
          <a:p>
            <a:pPr algn="ctr"/>
            <a:endParaRPr lang="en-IN" sz="1050" b="1" dirty="0">
              <a:latin typeface="Times New Roman" panose="02020603050405020304" pitchFamily="18" charset="0"/>
              <a:cs typeface="Times New Roman" panose="02020603050405020304" pitchFamily="18" charset="0"/>
            </a:endParaRPr>
          </a:p>
          <a:p>
            <a:pPr algn="ctr"/>
            <a:endParaRPr lang="en-IN" sz="1050" b="1"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EE499651-0524-BDC8-3ACA-01C425C01518}"/>
              </a:ext>
            </a:extLst>
          </p:cNvPr>
          <p:cNvSpPr txBox="1"/>
          <p:nvPr/>
        </p:nvSpPr>
        <p:spPr>
          <a:xfrm>
            <a:off x="5997676" y="5343171"/>
            <a:ext cx="3468415" cy="1384995"/>
          </a:xfrm>
          <a:prstGeom prst="rect">
            <a:avLst/>
          </a:prstGeom>
          <a:solidFill>
            <a:schemeClr val="bg1"/>
          </a:solidFill>
        </p:spPr>
        <p:txBody>
          <a:bodyPr wrap="square" rtlCol="0">
            <a:spAutoFit/>
          </a:bodyPr>
          <a:lstStyle/>
          <a:p>
            <a:pPr algn="ctr"/>
            <a:r>
              <a:rPr lang="en-IN" sz="1050" b="1" u="sng" dirty="0">
                <a:latin typeface="Times New Roman" panose="02020603050405020304" pitchFamily="18" charset="0"/>
                <a:cs typeface="Times New Roman" panose="02020603050405020304" pitchFamily="18" charset="0"/>
              </a:rPr>
              <a:t>CONCLUSION</a:t>
            </a:r>
          </a:p>
          <a:p>
            <a:pPr algn="ctr"/>
            <a:endParaRPr lang="en-IN" sz="1050" b="1" dirty="0">
              <a:latin typeface="Times New Roman" panose="02020603050405020304" pitchFamily="18" charset="0"/>
              <a:cs typeface="Times New Roman" panose="02020603050405020304" pitchFamily="18" charset="0"/>
            </a:endParaRPr>
          </a:p>
          <a:p>
            <a:pPr algn="just"/>
            <a:r>
              <a:rPr lang="en-US" sz="900" dirty="0">
                <a:latin typeface="Times New Roman" panose="02020603050405020304" pitchFamily="18" charset="0"/>
                <a:cs typeface="Times New Roman" panose="02020603050405020304" pitchFamily="18" charset="0"/>
              </a:rPr>
              <a:t>The wireless voice-controlled robotic car project using Raspberry Pi Pico effectively integrates IoT technology and speech recognition to create an interactive robotic system. By utilizing motor drivers, wireless communication modules, and speech recognition algorithms, this project demonstrates the practical application of advanced technologies in robotics, highlighting its potential for user-friendly and innovative solutions.</a:t>
            </a:r>
            <a:endParaRPr lang="en-US" sz="900" b="1" dirty="0">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7923438A-C8AC-07E0-93E6-45027AEB1B9A}"/>
              </a:ext>
            </a:extLst>
          </p:cNvPr>
          <p:cNvSpPr txBox="1"/>
          <p:nvPr/>
        </p:nvSpPr>
        <p:spPr>
          <a:xfrm>
            <a:off x="9529203" y="5382726"/>
            <a:ext cx="2599686" cy="1384995"/>
          </a:xfrm>
          <a:prstGeom prst="rect">
            <a:avLst/>
          </a:prstGeom>
          <a:solidFill>
            <a:schemeClr val="bg1"/>
          </a:solidFill>
        </p:spPr>
        <p:txBody>
          <a:bodyPr wrap="square" rtlCol="0">
            <a:spAutoFit/>
          </a:bodyPr>
          <a:lstStyle/>
          <a:p>
            <a:pPr algn="just"/>
            <a:r>
              <a:rPr lang="en-US" sz="1050" dirty="0">
                <a:latin typeface="Times New Roman" panose="02020603050405020304" pitchFamily="18" charset="0"/>
                <a:ea typeface="Calibri" panose="020F0502020204030204" pitchFamily="34" charset="0"/>
                <a:cs typeface="Times New Roman" panose="02020603050405020304" pitchFamily="18" charset="0"/>
              </a:rPr>
              <a:t>              </a:t>
            </a:r>
            <a:r>
              <a:rPr lang="en-US" sz="1050" b="1" u="sng" dirty="0">
                <a:latin typeface="Times New Roman" panose="02020603050405020304" pitchFamily="18" charset="0"/>
                <a:ea typeface="Calibri" panose="020F0502020204030204" pitchFamily="34" charset="0"/>
                <a:cs typeface="Times New Roman" panose="02020603050405020304" pitchFamily="18" charset="0"/>
              </a:rPr>
              <a:t>UNDER THE GUIDANCE OF:-</a:t>
            </a:r>
          </a:p>
          <a:p>
            <a:pPr algn="just"/>
            <a:r>
              <a:rPr lang="en-US" sz="1050" dirty="0">
                <a:latin typeface="Times New Roman" panose="02020603050405020304" pitchFamily="18" charset="0"/>
                <a:ea typeface="Calibri" panose="020F0502020204030204" pitchFamily="34" charset="0"/>
                <a:cs typeface="Times New Roman" panose="02020603050405020304" pitchFamily="18" charset="0"/>
              </a:rPr>
              <a:t>                           </a:t>
            </a:r>
            <a:r>
              <a:rPr lang="en-US" sz="1050" b="1" dirty="0">
                <a:latin typeface="Times New Roman" panose="02020603050405020304" pitchFamily="18" charset="0"/>
                <a:ea typeface="Calibri" panose="020F0502020204030204" pitchFamily="34" charset="0"/>
                <a:cs typeface="Times New Roman" panose="02020603050405020304" pitchFamily="18" charset="0"/>
              </a:rPr>
              <a:t>Mr. S. </a:t>
            </a:r>
            <a:r>
              <a:rPr lang="en-US" sz="1050" b="1" dirty="0" err="1">
                <a:latin typeface="Times New Roman" panose="02020603050405020304" pitchFamily="18" charset="0"/>
                <a:ea typeface="Calibri" panose="020F0502020204030204" pitchFamily="34" charset="0"/>
                <a:cs typeface="Times New Roman" panose="02020603050405020304" pitchFamily="18" charset="0"/>
              </a:rPr>
              <a:t>Jayanna</a:t>
            </a:r>
            <a:endParaRPr lang="en-US" sz="1050" b="1" dirty="0">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1050" dirty="0">
                <a:latin typeface="Times New Roman" panose="02020603050405020304" pitchFamily="18" charset="0"/>
                <a:ea typeface="Calibri" panose="020F0502020204030204" pitchFamily="34" charset="0"/>
                <a:cs typeface="Times New Roman" panose="02020603050405020304" pitchFamily="18" charset="0"/>
              </a:rPr>
              <a:t>                       (Assistant Professor)</a:t>
            </a:r>
            <a:endParaRPr lang="en-IN" sz="1050" b="1" u="sng" dirty="0">
              <a:latin typeface="Times New Roman" panose="02020603050405020304" pitchFamily="18" charset="0"/>
              <a:ea typeface="Calibri" panose="020F0502020204030204" pitchFamily="34" charset="0"/>
              <a:cs typeface="Times New Roman" panose="02020603050405020304" pitchFamily="18" charset="0"/>
            </a:endParaRPr>
          </a:p>
          <a:p>
            <a:pPr algn="just"/>
            <a:r>
              <a:rPr lang="en-IN" sz="1050" b="1" dirty="0">
                <a:latin typeface="Times New Roman" panose="02020603050405020304" pitchFamily="18" charset="0"/>
                <a:ea typeface="Calibri" panose="020F0502020204030204" pitchFamily="34" charset="0"/>
                <a:cs typeface="Times New Roman" panose="02020603050405020304" pitchFamily="18" charset="0"/>
              </a:rPr>
              <a:t>                           </a:t>
            </a:r>
            <a:r>
              <a:rPr lang="en-IN" sz="1050" b="1" u="sng" dirty="0">
                <a:latin typeface="Times New Roman" panose="02020603050405020304" pitchFamily="18" charset="0"/>
                <a:cs typeface="Times New Roman" panose="02020603050405020304" pitchFamily="18" charset="0"/>
              </a:rPr>
              <a:t>BATCH NO: 5</a:t>
            </a:r>
          </a:p>
          <a:p>
            <a:pPr algn="just"/>
            <a:r>
              <a:rPr lang="en-IN" sz="1050" b="1" dirty="0">
                <a:latin typeface="Times New Roman" panose="02020603050405020304" pitchFamily="18" charset="0"/>
                <a:cs typeface="Times New Roman" panose="02020603050405020304" pitchFamily="18" charset="0"/>
              </a:rPr>
              <a:t>                         Ch. Prabandana</a:t>
            </a:r>
          </a:p>
          <a:p>
            <a:pPr algn="just"/>
            <a:r>
              <a:rPr lang="en-IN" sz="1050" b="1" dirty="0">
                <a:latin typeface="Times New Roman" panose="02020603050405020304" pitchFamily="18" charset="0"/>
                <a:cs typeface="Times New Roman" panose="02020603050405020304" pitchFamily="18" charset="0"/>
              </a:rPr>
              <a:t>                         G. </a:t>
            </a:r>
            <a:r>
              <a:rPr lang="en-IN" sz="1050" b="1" dirty="0" err="1">
                <a:latin typeface="Times New Roman" panose="02020603050405020304" pitchFamily="18" charset="0"/>
                <a:cs typeface="Times New Roman" panose="02020603050405020304" pitchFamily="18" charset="0"/>
              </a:rPr>
              <a:t>Tvisha</a:t>
            </a:r>
            <a:endParaRPr lang="en-IN" sz="1050" b="1" dirty="0">
              <a:latin typeface="Times New Roman" panose="02020603050405020304" pitchFamily="18" charset="0"/>
              <a:cs typeface="Times New Roman" panose="02020603050405020304" pitchFamily="18" charset="0"/>
            </a:endParaRPr>
          </a:p>
          <a:p>
            <a:pPr algn="just"/>
            <a:r>
              <a:rPr lang="en-IN" sz="1050" b="1" dirty="0">
                <a:latin typeface="Times New Roman" panose="02020603050405020304" pitchFamily="18" charset="0"/>
                <a:cs typeface="Times New Roman" panose="02020603050405020304" pitchFamily="18" charset="0"/>
              </a:rPr>
              <a:t>                         M. Sai Supriya</a:t>
            </a:r>
          </a:p>
          <a:p>
            <a:pPr algn="just"/>
            <a:r>
              <a:rPr lang="en-IN" sz="1050" b="1" dirty="0">
                <a:latin typeface="Times New Roman" panose="02020603050405020304" pitchFamily="18" charset="0"/>
                <a:cs typeface="Times New Roman" panose="02020603050405020304" pitchFamily="18" charset="0"/>
              </a:rPr>
              <a:t>                         O. Akshaya</a:t>
            </a:r>
          </a:p>
        </p:txBody>
      </p:sp>
      <p:pic>
        <p:nvPicPr>
          <p:cNvPr id="4" name="Picture 3">
            <a:extLst>
              <a:ext uri="{FF2B5EF4-FFF2-40B4-BE49-F238E27FC236}">
                <a16:creationId xmlns:a16="http://schemas.microsoft.com/office/drawing/2014/main" id="{635D10D6-C044-5222-EEBF-1AF21A3B9F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29801" y="4557448"/>
            <a:ext cx="2877076" cy="2210273"/>
          </a:xfrm>
          <a:prstGeom prst="rect">
            <a:avLst/>
          </a:prstGeom>
        </p:spPr>
      </p:pic>
      <p:pic>
        <p:nvPicPr>
          <p:cNvPr id="9" name="object 3">
            <a:extLst>
              <a:ext uri="{FF2B5EF4-FFF2-40B4-BE49-F238E27FC236}">
                <a16:creationId xmlns:a16="http://schemas.microsoft.com/office/drawing/2014/main" id="{A132DF1D-77B0-6EEB-0333-81D436C42CB7}"/>
              </a:ext>
            </a:extLst>
          </p:cNvPr>
          <p:cNvPicPr/>
          <p:nvPr/>
        </p:nvPicPr>
        <p:blipFill>
          <a:blip r:embed="rId5" cstate="print"/>
          <a:stretch>
            <a:fillRect/>
          </a:stretch>
        </p:blipFill>
        <p:spPr>
          <a:xfrm>
            <a:off x="86184" y="4821125"/>
            <a:ext cx="2745506" cy="1929231"/>
          </a:xfrm>
          <a:prstGeom prst="rect">
            <a:avLst/>
          </a:prstGeom>
        </p:spPr>
      </p:pic>
      <p:pic>
        <p:nvPicPr>
          <p:cNvPr id="12" name="Picture 11">
            <a:extLst>
              <a:ext uri="{FF2B5EF4-FFF2-40B4-BE49-F238E27FC236}">
                <a16:creationId xmlns:a16="http://schemas.microsoft.com/office/drawing/2014/main" id="{BC654365-2EA3-B642-94BD-362607FCB7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19907" y="3072140"/>
            <a:ext cx="3042292" cy="1898638"/>
          </a:xfrm>
          <a:prstGeom prst="rect">
            <a:avLst/>
          </a:prstGeom>
        </p:spPr>
      </p:pic>
      <p:pic>
        <p:nvPicPr>
          <p:cNvPr id="18" name="object 7">
            <a:extLst>
              <a:ext uri="{FF2B5EF4-FFF2-40B4-BE49-F238E27FC236}">
                <a16:creationId xmlns:a16="http://schemas.microsoft.com/office/drawing/2014/main" id="{BC8E0918-1677-01BE-DF7F-74886C2FDE18}"/>
              </a:ext>
            </a:extLst>
          </p:cNvPr>
          <p:cNvPicPr/>
          <p:nvPr/>
        </p:nvPicPr>
        <p:blipFill>
          <a:blip r:embed="rId7" cstate="print"/>
          <a:stretch>
            <a:fillRect/>
          </a:stretch>
        </p:blipFill>
        <p:spPr>
          <a:xfrm>
            <a:off x="9251987" y="3072140"/>
            <a:ext cx="2763031" cy="1898637"/>
          </a:xfrm>
          <a:prstGeom prst="rect">
            <a:avLst/>
          </a:prstGeom>
        </p:spPr>
      </p:pic>
    </p:spTree>
    <p:extLst>
      <p:ext uri="{BB962C8B-B14F-4D97-AF65-F5344CB8AC3E}">
        <p14:creationId xmlns:p14="http://schemas.microsoft.com/office/powerpoint/2010/main" val="17339452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TotalTime>
  <Words>245</Words>
  <Application>Microsoft Office PowerPoint</Application>
  <PresentationFormat>Widescreen</PresentationFormat>
  <Paragraphs>42</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Garamond</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SHIVANI BURRA</dc:creator>
  <cp:lastModifiedBy>Lavanya Cherupally</cp:lastModifiedBy>
  <cp:revision>7</cp:revision>
  <dcterms:created xsi:type="dcterms:W3CDTF">2024-05-20T14:43:16Z</dcterms:created>
  <dcterms:modified xsi:type="dcterms:W3CDTF">2024-05-25T15:06:19Z</dcterms:modified>
</cp:coreProperties>
</file>